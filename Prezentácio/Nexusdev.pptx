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0F49A6-B2A6-4656-838D-8EA327760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2E7B05-34F0-412B-887D-4CEFF4E5B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BA7E1DE-D673-4181-9193-F6D6640E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4830982-CC71-46EC-888F-804B43B9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BBFACD9-9CEE-464F-86DB-ED334E96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580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AAE307-042B-4459-84D3-99A9FA4E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1DD3AE-D414-468E-86DC-2DB27A08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530D2B8-571B-4DE2-8349-BC8BFEC9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75154C1-60B1-4847-BE5E-38F83007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4C6D79-B22F-483C-BCD3-CC392E03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766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A5ABF1-840E-49EB-83E1-9077FE46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6B2CDCD-C43A-42B8-85C0-0E876954B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B2E4AA9-F835-4BF3-8780-BB5785C5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5C7B08-1D9B-4C69-8DFC-62D78389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DCAE94-D051-4893-A699-6AD5415B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286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A6FE81-9A56-4590-BD49-122A43E6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25A3D5-4512-41AB-AB5C-2EA18EE8B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49C0A24-D329-47A3-BC00-0F5D28242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9BB1F9-3662-4A1C-B0FE-4589D423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26BA1E4-426F-48B8-8025-7AD4044A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9A62597-6446-4D2E-AE7A-E67DF552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9476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26BFEB-FC2F-4CF9-ABEC-A5751399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9202C5E-00FE-46E7-9C2B-6D38E2B5F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AA12214-353D-4DF5-B539-D5B7B996E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D056E49-FF93-4BB8-98B6-C5EEFE45E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E0EF7A6-3C44-46D9-8552-9FF488858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E26C6DE-C4FF-47ED-9398-A11C3F105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2103711-7E5C-4CC1-AFC8-791310CD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7965A99-F96D-49EC-817F-6F3F7F79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58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1EEBE2-FB23-4262-8DC8-D759FA53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4E4E290-B326-48AE-90DD-551ABBA0C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6455711-CA5D-4FAA-83D1-D3ACCA37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2E03CD0-B1C0-4C97-8429-D9384379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790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62EBF2E-2736-4004-9A86-47AC13D8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98A248B-2C08-4119-B9C3-19A5A8C8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BBB0979-F90B-4CF6-AD89-66331D4D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486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883FFB-650E-4617-9FA3-1C1CE9C2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10A490-28B0-4E07-8C28-4D77BCFEE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75238D5-51E8-41C7-BCE2-E91010F2E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805A72-E971-4E51-8F7E-8F8C4CE1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C9615DF-0984-4EF1-8B6D-B66DDD67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3064C6A-2716-4107-B751-6834F907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898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C15A03-0FB9-483A-8994-FB07D37E8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DF7B594-A274-49BE-8B59-D69CFA4E06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777749C-998D-4173-ABC1-D6191499D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3E74C31-1E8D-439F-BD46-785380D7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2EB86E5-83EF-4AC0-9F3A-CAED0CC9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5989241-A147-4CD0-82C5-81A19961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91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57CA41-2C47-4234-A1FF-8DFC15F8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623D556-7799-42AF-AA04-DA952D24F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C3D133-4858-4F26-AB9C-2CFCBD8E2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06138A5-2571-4D7B-8326-A84FFA98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DFF7D86-25AE-412C-98FA-8FF238A1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691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BBB2729-467A-4650-B767-5F4F1E733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A13EF3E-1917-448B-BC3E-5B084205E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0FA92A-E65E-44FD-8479-BC2AC4D9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597F2D7-3194-4724-A687-FB7A16F1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37007E-6898-4770-B8FE-81AA96F3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906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2375048-7CA2-472D-B05F-917153AF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5C89214-2434-4D07-8D7E-57CDDAD0B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FC2D704-2A14-4A95-B027-9F6A3A8AD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EB40D-5FA8-454C-B102-B0B039E9A7AA}" type="datetimeFigureOut">
              <a:rPr lang="hu-HU" smtClean="0"/>
              <a:t>2025. 09. 17.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73B407-12BE-4258-B301-66BFD7230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50BA027-200A-4CAE-BD7A-8AB8DE96E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5F008-1D42-4B14-9F68-772352E24C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70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ack Brick Wall Texture">
            <a:extLst>
              <a:ext uri="{FF2B5EF4-FFF2-40B4-BE49-F238E27FC236}">
                <a16:creationId xmlns:a16="http://schemas.microsoft.com/office/drawing/2014/main" id="{394057A6-9B4E-405B-B435-E3581506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0870"/>
            <a:ext cx="12191999" cy="686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22A7FF6-DBAC-4F59-B350-F7C8FBBC4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07213"/>
            <a:ext cx="9144000" cy="1032703"/>
          </a:xfrm>
        </p:spPr>
        <p:txBody>
          <a:bodyPr>
            <a:noAutofit/>
          </a:bodyPr>
          <a:lstStyle/>
          <a:p>
            <a:r>
              <a:rPr lang="hu-HU" sz="7200" dirty="0" err="1">
                <a:solidFill>
                  <a:srgbClr val="FF00FF"/>
                </a:solidFill>
                <a:latin typeface="Comic Sans MS" panose="030F0702030302020204" pitchFamily="66" charset="0"/>
              </a:rPr>
              <a:t>Nexusdev</a:t>
            </a:r>
            <a:endParaRPr lang="hu-HU" sz="7200" dirty="0">
              <a:solidFill>
                <a:srgbClr val="FF00FF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0048DC9-8093-499B-8EAE-34E74B19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53072"/>
            <a:ext cx="9144000" cy="1655762"/>
          </a:xfrm>
        </p:spPr>
        <p:txBody>
          <a:bodyPr>
            <a:normAutofit/>
          </a:bodyPr>
          <a:lstStyle/>
          <a:p>
            <a:r>
              <a:rPr lang="hu-HU" sz="2000" b="1" dirty="0">
                <a:solidFill>
                  <a:srgbClr val="FF00FF"/>
                </a:solidFill>
                <a:latin typeface="Comic Sans MS" panose="030F0702030302020204" pitchFamily="66" charset="0"/>
              </a:rPr>
              <a:t>Keszitette: Farkas </a:t>
            </a:r>
            <a:r>
              <a:rPr lang="hu-HU" sz="2000" b="1" dirty="0" err="1">
                <a:solidFill>
                  <a:srgbClr val="FF00FF"/>
                </a:solidFill>
                <a:latin typeface="Comic Sans MS" panose="030F0702030302020204" pitchFamily="66" charset="0"/>
              </a:rPr>
              <a:t>Miklos</a:t>
            </a:r>
            <a:r>
              <a:rPr lang="hu-HU" sz="2000" b="1" dirty="0">
                <a:solidFill>
                  <a:srgbClr val="FF00FF"/>
                </a:solidFill>
                <a:latin typeface="Comic Sans MS" panose="030F0702030302020204" pitchFamily="66" charset="0"/>
              </a:rPr>
              <a:t>, </a:t>
            </a:r>
            <a:r>
              <a:rPr lang="hu-HU" sz="2000" b="1" dirty="0" err="1">
                <a:solidFill>
                  <a:srgbClr val="FF00FF"/>
                </a:solidFill>
                <a:latin typeface="Comic Sans MS" panose="030F0702030302020204" pitchFamily="66" charset="0"/>
              </a:rPr>
              <a:t>Simo</a:t>
            </a:r>
            <a:r>
              <a:rPr lang="hu-HU" sz="2000" b="1" dirty="0">
                <a:solidFill>
                  <a:srgbClr val="FF00FF"/>
                </a:solidFill>
                <a:latin typeface="Comic Sans MS" panose="030F0702030302020204" pitchFamily="66" charset="0"/>
              </a:rPr>
              <a:t> Zsolt, </a:t>
            </a:r>
            <a:r>
              <a:rPr lang="hu-HU" sz="2000" b="1" dirty="0" err="1">
                <a:solidFill>
                  <a:srgbClr val="FF00FF"/>
                </a:solidFill>
                <a:latin typeface="Comic Sans MS" panose="030F0702030302020204" pitchFamily="66" charset="0"/>
              </a:rPr>
              <a:t>Medgyes</a:t>
            </a:r>
            <a:r>
              <a:rPr lang="hu-HU" sz="2000" b="1" dirty="0">
                <a:solidFill>
                  <a:srgbClr val="FF00FF"/>
                </a:solidFill>
                <a:latin typeface="Comic Sans MS" panose="030F0702030302020204" pitchFamily="66" charset="0"/>
              </a:rPr>
              <a:t> Vendel</a:t>
            </a:r>
          </a:p>
        </p:txBody>
      </p:sp>
    </p:spTree>
    <p:extLst>
      <p:ext uri="{BB962C8B-B14F-4D97-AF65-F5344CB8AC3E}">
        <p14:creationId xmlns:p14="http://schemas.microsoft.com/office/powerpoint/2010/main" val="954239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lack Brick Wall Texture">
            <a:extLst>
              <a:ext uri="{FF2B5EF4-FFF2-40B4-BE49-F238E27FC236}">
                <a16:creationId xmlns:a16="http://schemas.microsoft.com/office/drawing/2014/main" id="{338F7DC0-4BA7-4A9B-9C2A-31C57D9C8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25EEBAF-971B-440B-896C-617A9887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b="1" dirty="0">
                <a:solidFill>
                  <a:srgbClr val="FF00FF"/>
                </a:solidFill>
                <a:latin typeface="Comic Sans MS" panose="030F0702030302020204" pitchFamily="66" charset="0"/>
              </a:rPr>
              <a:t>Alap tematika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4D75B7-8F4A-4CA7-9530-51F0BCECE6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hu-HU" dirty="0">
              <a:solidFill>
                <a:srgbClr val="FF00FF"/>
              </a:solidFill>
            </a:endParaRP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ACC7D35-CCC9-43C9-85BB-67946B1B09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011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</Words>
  <Application>Microsoft Office PowerPoint</Application>
  <PresentationFormat>Szélesvásznú</PresentationFormat>
  <Paragraphs>3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Comic Sans MS</vt:lpstr>
      <vt:lpstr>Office-téma</vt:lpstr>
      <vt:lpstr>Nexusdev</vt:lpstr>
      <vt:lpstr>Alap tematika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Farkas Miklós Tibor 171</dc:creator>
  <cp:lastModifiedBy>Farkas Miklós Tibor 171</cp:lastModifiedBy>
  <cp:revision>4</cp:revision>
  <dcterms:created xsi:type="dcterms:W3CDTF">2025-09-17T07:07:29Z</dcterms:created>
  <dcterms:modified xsi:type="dcterms:W3CDTF">2025-09-17T07:39:32Z</dcterms:modified>
</cp:coreProperties>
</file>